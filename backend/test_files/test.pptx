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Q3 Financial Results Overview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 detailed breakdown of our financial performance in the third quarter.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Metrics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Revenue grew by 25% year-over-year, reaching $50 million.</a:t>
            </a:r>
          </a:p>
          <a:p>
            <a:r>
              <a:t>Operating margins expanded to 18%, driven by efficiency gains.</a:t>
            </a:r>
          </a:p>
          <a:p>
            <a:r>
              <a:t>Customer acquisition costs decreased by 15% due to optimized marketing spend.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